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6502E-A538-CB7E-3252-CE2511E8F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D08B8A-7573-15CD-E4AD-989040FEC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C1413A-2C8A-48E1-7A0B-BE76196E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68D410-0B19-CE6C-9FDB-63D7C546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74003-D691-B050-6E5F-01674B67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32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1709C-38A8-7C26-34B2-58E2E6FCB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A5643C-1522-79A9-C884-61F108028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B5E225-EB71-5383-E071-8631DBBC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CB0322-2164-046A-F942-E03FB704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343065-52AF-147D-94F9-539B1E7C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383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F51F9-8069-9632-5CD8-3BC2E8980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4CABE0-E015-BE45-C5AA-CCC2AE181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50004-72C9-0BFA-EAAF-C00884D9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8CEF5B-F8BE-FE22-7B42-04036312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6EF87-3ABA-29B6-DB6D-7BA445DF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867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7479F-CF0A-5B2C-59A2-456342BD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686370-2C39-9C3F-74C1-2272E438F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BA1B56-AD3E-EB31-BB2F-949D71D5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D1061D-BC3A-2434-421A-D359F3A3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1E43D7-92B4-F1FA-AC09-50194276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4D44F6-A248-5514-09DA-52CDFE8E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12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74C00-3DE6-3667-6F41-78BEAB84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7D3E18-7C9B-7D57-1732-E96754A2C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90C29A-0047-EC50-46CB-DE2E3BCD1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606989-6479-8C4D-9E93-E2CAF7679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D1398C-3D50-DEDF-B0DA-104C8834C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E983DD-CFF0-B5B7-F273-6C3C88145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4CFC58-0952-7F82-2631-87CB9EB8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12F6C2-8EC1-29A7-6AAC-B825ED6F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0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C1465-A829-B5D9-90A6-7C59CE4B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3C00E2-7B52-69A1-FE5D-C6208F6F7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54E381-4CCC-5768-D324-4C2434FA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25F3FC-867D-A4C1-E8F0-541629A3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61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0B0917-1080-9B3F-647C-9345BA69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23379A-D144-872C-7F10-97B7EE74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156521-8755-A30C-F481-BD617B7F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62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64097-489A-24C3-0F6A-29A446A0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3A9C95-7A57-595F-FB35-89B2791F3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B36A11-65A5-0D84-16AD-E1BBF100C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CD34BD-A4C4-186E-3C24-CBE522EF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4C4F5-8D62-578C-CA4D-E59270FD4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BD2C20-DEFC-8FAA-1203-5685E0AB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644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A2A60F-F3A2-70EB-475B-369FC975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2026945-2EDA-C502-2285-1820AD3C87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BD35FA-0882-36D1-A271-79E08856D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3B2AA3-FC77-B8DB-D2F1-7A1CD615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01FA31-7647-2088-4313-05451BCF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E2F219-AE70-6A50-8C7E-353B7127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42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AC9AB-D198-5435-EFFB-AFAA2DDF8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4A7610-30FA-954D-BAC4-CBE2AB2CC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F611E3-C547-D881-7175-162D3D26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1C4A72-1E9C-23E4-5961-FEA4C8A6B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1508ED-6C31-0D5D-CBB7-E1D0DA6E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94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44DAC5-5BE6-FFF5-D964-83FCB05D2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E70B77-408E-B706-F68A-CED71951B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B1C3A-6358-F5AF-0C97-78DCAE39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F3708A-D9B2-7495-60E2-5A4FC3EA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289D-4A8A-12B0-43B2-2EB6DF93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0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5F30C2-A2C0-7477-D6FB-05A0CA12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C491D8-0FC2-DB3C-A2B0-646B68010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1BB4DC-950D-BC3D-7F35-9BF46FAB2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66EEC-2E3E-4AC5-B493-8FEF6DAE9D2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87C6EC-78C8-7AB1-BAC4-E375239D0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ABE94A-6BA7-BF3C-A5FB-B923E5CD9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65555-363F-45FE-9785-6C7856A4BA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90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3E3501-3304-B468-3074-50DB3880C8FF}"/>
              </a:ext>
            </a:extLst>
          </p:cNvPr>
          <p:cNvSpPr txBox="1"/>
          <p:nvPr/>
        </p:nvSpPr>
        <p:spPr>
          <a:xfrm>
            <a:off x="4242820" y="115374"/>
            <a:ext cx="4000008" cy="2076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+mj-lt"/>
              </a:rPr>
              <a:t>{</a:t>
            </a:r>
            <a:endParaRPr lang="en-US" altLang="ko-KR" sz="1400" b="0" dirty="0">
              <a:solidFill>
                <a:srgbClr val="00000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+mj-lt"/>
              </a:rPr>
              <a:t>        </a:t>
            </a:r>
            <a:r>
              <a:rPr lang="en-US" altLang="ko-KR" sz="1400" b="1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+mj-lt"/>
              </a:rPr>
              <a:t>"title"</a:t>
            </a:r>
            <a:r>
              <a:rPr lang="en-US" altLang="ko-KR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</a:rPr>
              <a:t>: </a:t>
            </a:r>
            <a:r>
              <a:rPr lang="en-US" altLang="ko-KR" sz="1400" b="1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j-lt"/>
              </a:rPr>
              <a:t>"Apache Tomcat"</a:t>
            </a:r>
            <a:r>
              <a:rPr lang="en-US" altLang="ko-KR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+mj-lt"/>
              </a:rPr>
              <a:t>        </a:t>
            </a:r>
            <a:r>
              <a:rPr lang="en-US" altLang="ko-KR" sz="1400" b="1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+mj-lt"/>
              </a:rPr>
              <a:t>"version"</a:t>
            </a:r>
            <a:r>
              <a:rPr lang="en-US" altLang="ko-KR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</a:rPr>
              <a:t>: </a:t>
            </a:r>
            <a:r>
              <a:rPr lang="en-US" altLang="ko-KR" sz="1400" b="1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j-lt"/>
              </a:rPr>
              <a:t>"10.1.26"</a:t>
            </a:r>
            <a:r>
              <a:rPr lang="en-US" altLang="ko-KR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+mj-lt"/>
              </a:rPr>
              <a:t>       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+mj-lt"/>
              </a:rPr>
              <a:t>"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+mj-lt"/>
              </a:rPr>
              <a:t>titleFromJar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+mj-lt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+mj-lt"/>
              </a:rPr>
              <a:t>"tomcat-embed-core"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j-lt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+mj-lt"/>
              </a:rPr>
              <a:t>       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+mj-lt"/>
              </a:rPr>
              <a:t>"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+mj-lt"/>
              </a:rPr>
              <a:t>versionFromJar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+mj-lt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+mj-lt"/>
              </a:rPr>
              <a:t>"10.1.26"</a:t>
            </a:r>
            <a:endParaRPr lang="en-US" altLang="ko-KR" sz="1400" b="0" dirty="0">
              <a:solidFill>
                <a:srgbClr val="00000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+mj-lt"/>
              </a:rPr>
              <a:t>}</a:t>
            </a:r>
            <a:endParaRPr lang="en-US" altLang="ko-KR" sz="1400" b="0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D6E4F-DF6F-E574-502E-D74443B6F908}"/>
              </a:ext>
            </a:extLst>
          </p:cNvPr>
          <p:cNvSpPr txBox="1"/>
          <p:nvPr/>
        </p:nvSpPr>
        <p:spPr>
          <a:xfrm>
            <a:off x="2102490" y="2340917"/>
            <a:ext cx="214033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버전정보 </a:t>
            </a:r>
            <a:r>
              <a:rPr lang="ko-KR" altLang="en-US" sz="2400" dirty="0"/>
              <a:t>추출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AE94A5-64E5-EFFA-15F9-740E3A5ADFD8}"/>
              </a:ext>
            </a:extLst>
          </p:cNvPr>
          <p:cNvSpPr txBox="1"/>
          <p:nvPr/>
        </p:nvSpPr>
        <p:spPr>
          <a:xfrm>
            <a:off x="7629034" y="2340917"/>
            <a:ext cx="2755883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라이브러리명</a:t>
            </a:r>
            <a:r>
              <a:rPr lang="ko-KR" altLang="en-US" sz="2400" dirty="0"/>
              <a:t> 추출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2651488-4B4D-A79C-B1E2-2B6B092CD3F0}"/>
              </a:ext>
            </a:extLst>
          </p:cNvPr>
          <p:cNvCxnSpPr/>
          <p:nvPr/>
        </p:nvCxnSpPr>
        <p:spPr>
          <a:xfrm>
            <a:off x="6191250" y="2571750"/>
            <a:ext cx="0" cy="3800475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85C1EC2-10F0-E2B3-7949-47873C0D0233}"/>
              </a:ext>
            </a:extLst>
          </p:cNvPr>
          <p:cNvSpPr txBox="1"/>
          <p:nvPr/>
        </p:nvSpPr>
        <p:spPr>
          <a:xfrm>
            <a:off x="708212" y="3244334"/>
            <a:ext cx="497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/>
              <a:t>MANIFEST.MF </a:t>
            </a:r>
            <a:r>
              <a:rPr lang="en-US" altLang="ko-KR" sz="2000" dirty="0"/>
              <a:t>– “Implementation-version”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629DE2-3A44-0B02-0D62-84065118F845}"/>
              </a:ext>
            </a:extLst>
          </p:cNvPr>
          <p:cNvSpPr txBox="1"/>
          <p:nvPr/>
        </p:nvSpPr>
        <p:spPr>
          <a:xfrm>
            <a:off x="708212" y="4106346"/>
            <a:ext cx="497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/>
              <a:t>MANIFEST.MF </a:t>
            </a:r>
            <a:r>
              <a:rPr lang="en-US" altLang="ko-KR" sz="2000" dirty="0"/>
              <a:t>– “Bundle-version”</a:t>
            </a:r>
            <a:endParaRPr lang="ko-KR" alt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07CA99-93F1-725C-B71A-6EC545881D0B}"/>
              </a:ext>
            </a:extLst>
          </p:cNvPr>
          <p:cNvSpPr txBox="1"/>
          <p:nvPr/>
        </p:nvSpPr>
        <p:spPr>
          <a:xfrm>
            <a:off x="708212" y="4944545"/>
            <a:ext cx="497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 err="1"/>
              <a:t>Pom.properties</a:t>
            </a:r>
            <a:r>
              <a:rPr lang="en-US" altLang="ko-KR" sz="2000" dirty="0"/>
              <a:t> – “version”</a:t>
            </a:r>
            <a:endParaRPr lang="ko-KR" alt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CD79DD-3329-75C1-CF70-90A850863F7F}"/>
              </a:ext>
            </a:extLst>
          </p:cNvPr>
          <p:cNvSpPr txBox="1"/>
          <p:nvPr/>
        </p:nvSpPr>
        <p:spPr>
          <a:xfrm>
            <a:off x="708212" y="5811319"/>
            <a:ext cx="497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/>
              <a:t>Jar</a:t>
            </a:r>
            <a:r>
              <a:rPr lang="ko-KR" altLang="en-US" sz="2000" dirty="0"/>
              <a:t> 파일명</a:t>
            </a:r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3DBBCD54-437C-6318-ADE4-FB0976626DF6}"/>
              </a:ext>
            </a:extLst>
          </p:cNvPr>
          <p:cNvSpPr/>
          <p:nvPr/>
        </p:nvSpPr>
        <p:spPr>
          <a:xfrm>
            <a:off x="3006634" y="3675340"/>
            <a:ext cx="378006" cy="369332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62B13100-4FCE-4653-F20A-9563CC9669A8}"/>
              </a:ext>
            </a:extLst>
          </p:cNvPr>
          <p:cNvSpPr/>
          <p:nvPr/>
        </p:nvSpPr>
        <p:spPr>
          <a:xfrm>
            <a:off x="3006634" y="4537352"/>
            <a:ext cx="378006" cy="369332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5EA2AE2E-20E1-6678-9CB1-1F2E21E9E12E}"/>
              </a:ext>
            </a:extLst>
          </p:cNvPr>
          <p:cNvSpPr/>
          <p:nvPr/>
        </p:nvSpPr>
        <p:spPr>
          <a:xfrm>
            <a:off x="3006634" y="5399364"/>
            <a:ext cx="378006" cy="369332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03A8C3-5706-3627-452D-8EB414F501E2}"/>
              </a:ext>
            </a:extLst>
          </p:cNvPr>
          <p:cNvSpPr txBox="1"/>
          <p:nvPr/>
        </p:nvSpPr>
        <p:spPr>
          <a:xfrm>
            <a:off x="6508937" y="3244334"/>
            <a:ext cx="497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/>
              <a:t>MANIFEST.MF </a:t>
            </a:r>
            <a:r>
              <a:rPr lang="en-US" altLang="ko-KR" sz="2000" dirty="0"/>
              <a:t>– “Implementation-title”</a:t>
            </a:r>
            <a:endParaRPr lang="ko-KR" alt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432509-C8A8-89A0-A258-9AD7C2E824F5}"/>
              </a:ext>
            </a:extLst>
          </p:cNvPr>
          <p:cNvSpPr txBox="1"/>
          <p:nvPr/>
        </p:nvSpPr>
        <p:spPr>
          <a:xfrm>
            <a:off x="6508937" y="4106346"/>
            <a:ext cx="497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 err="1"/>
              <a:t>Pom.properties</a:t>
            </a:r>
            <a:r>
              <a:rPr lang="en-US" altLang="ko-KR" sz="2000" dirty="0"/>
              <a:t> – “version”</a:t>
            </a:r>
            <a:endParaRPr lang="ko-KR" alt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932945-2661-3B21-E100-9F767A956422}"/>
              </a:ext>
            </a:extLst>
          </p:cNvPr>
          <p:cNvSpPr txBox="1"/>
          <p:nvPr/>
        </p:nvSpPr>
        <p:spPr>
          <a:xfrm>
            <a:off x="6508937" y="4944545"/>
            <a:ext cx="497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/>
              <a:t>Jar</a:t>
            </a:r>
            <a:r>
              <a:rPr lang="ko-KR" altLang="en-US" sz="2000" dirty="0"/>
              <a:t> 파일명</a:t>
            </a:r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860E19D7-B447-A111-2B52-A6B1E7144BB7}"/>
              </a:ext>
            </a:extLst>
          </p:cNvPr>
          <p:cNvSpPr/>
          <p:nvPr/>
        </p:nvSpPr>
        <p:spPr>
          <a:xfrm>
            <a:off x="8807359" y="3675340"/>
            <a:ext cx="378006" cy="369332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904488C2-6A6B-A5AF-FC22-76E3796FBBC2}"/>
              </a:ext>
            </a:extLst>
          </p:cNvPr>
          <p:cNvSpPr/>
          <p:nvPr/>
        </p:nvSpPr>
        <p:spPr>
          <a:xfrm>
            <a:off x="8807359" y="4537352"/>
            <a:ext cx="378006" cy="369332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377972-A2B4-0F61-8D06-77F17697BBC5}"/>
              </a:ext>
            </a:extLst>
          </p:cNvPr>
          <p:cNvSpPr txBox="1"/>
          <p:nvPr/>
        </p:nvSpPr>
        <p:spPr>
          <a:xfrm>
            <a:off x="8184776" y="438382"/>
            <a:ext cx="4007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예시</a:t>
            </a:r>
            <a:r>
              <a:rPr lang="en-US" altLang="ko-KR" dirty="0"/>
              <a:t>:</a:t>
            </a:r>
            <a:r>
              <a:rPr lang="ko-KR" altLang="en-US" dirty="0"/>
              <a:t> tomcat-embed-core-10.1.26.jar</a:t>
            </a:r>
          </a:p>
        </p:txBody>
      </p:sp>
    </p:spTree>
    <p:extLst>
      <p:ext uri="{BB962C8B-B14F-4D97-AF65-F5344CB8AC3E}">
        <p14:creationId xmlns:p14="http://schemas.microsoft.com/office/powerpoint/2010/main" val="2377203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84501-6789-8C44-6A6B-FB544419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396E13-E7F3-F266-5C47-BEBF517E102E}"/>
              </a:ext>
            </a:extLst>
          </p:cNvPr>
          <p:cNvSpPr txBox="1"/>
          <p:nvPr/>
        </p:nvSpPr>
        <p:spPr>
          <a:xfrm>
            <a:off x="4242820" y="115374"/>
            <a:ext cx="4000008" cy="2076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+mj-lt"/>
              </a:rPr>
              <a:t>{</a:t>
            </a:r>
            <a:endParaRPr lang="en-US" altLang="ko-KR" sz="1400" b="0" dirty="0">
              <a:solidFill>
                <a:srgbClr val="00000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+mj-lt"/>
              </a:rPr>
              <a:t>        </a:t>
            </a:r>
            <a:r>
              <a:rPr lang="en-US" altLang="ko-KR" sz="1400" dirty="0">
                <a:solidFill>
                  <a:srgbClr val="0451A5"/>
                </a:solidFill>
                <a:effectLst/>
                <a:latin typeface="+mj-lt"/>
              </a:rPr>
              <a:t>"title"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altLang="ko-KR" sz="1400" dirty="0">
                <a:solidFill>
                  <a:srgbClr val="A31515"/>
                </a:solidFill>
                <a:effectLst/>
                <a:latin typeface="+mj-lt"/>
              </a:rPr>
              <a:t>"Apache Tomcat"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+mj-lt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+mj-lt"/>
              </a:rPr>
              <a:t>        </a:t>
            </a:r>
            <a:r>
              <a:rPr lang="en-US" altLang="ko-KR" sz="1400" dirty="0">
                <a:solidFill>
                  <a:srgbClr val="0451A5"/>
                </a:solidFill>
                <a:effectLst/>
                <a:latin typeface="+mj-lt"/>
              </a:rPr>
              <a:t>"version"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US" altLang="ko-KR" sz="1400" dirty="0">
                <a:solidFill>
                  <a:srgbClr val="A31515"/>
                </a:solidFill>
                <a:effectLst/>
                <a:latin typeface="+mj-lt"/>
              </a:rPr>
              <a:t>"10.1.26"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+mj-lt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</a:rPr>
              <a:t>        </a:t>
            </a:r>
            <a:r>
              <a:rPr lang="en-US" altLang="ko-KR" sz="1400" b="1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+mj-lt"/>
              </a:rPr>
              <a:t>"</a:t>
            </a:r>
            <a:r>
              <a:rPr lang="en-US" altLang="ko-KR" sz="1400" b="1" dirty="0" err="1">
                <a:solidFill>
                  <a:srgbClr val="0451A5"/>
                </a:solidFill>
                <a:effectLst/>
                <a:highlight>
                  <a:srgbClr val="FFFF00"/>
                </a:highlight>
                <a:latin typeface="+mj-lt"/>
              </a:rPr>
              <a:t>titleFromJar</a:t>
            </a:r>
            <a:r>
              <a:rPr lang="en-US" altLang="ko-KR" sz="1400" b="1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+mj-lt"/>
              </a:rPr>
              <a:t>"</a:t>
            </a:r>
            <a:r>
              <a:rPr lang="en-US" altLang="ko-KR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</a:rPr>
              <a:t>: </a:t>
            </a:r>
            <a:r>
              <a:rPr lang="en-US" altLang="ko-KR" sz="1400" b="1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j-lt"/>
              </a:rPr>
              <a:t>"tomcat-embed-core"</a:t>
            </a:r>
            <a:r>
              <a:rPr lang="en-US" altLang="ko-KR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</a:rPr>
              <a:t>        </a:t>
            </a:r>
            <a:r>
              <a:rPr lang="en-US" altLang="ko-KR" sz="1400" b="1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+mj-lt"/>
              </a:rPr>
              <a:t>"</a:t>
            </a:r>
            <a:r>
              <a:rPr lang="en-US" altLang="ko-KR" sz="1400" b="1" dirty="0" err="1">
                <a:solidFill>
                  <a:srgbClr val="0451A5"/>
                </a:solidFill>
                <a:effectLst/>
                <a:highlight>
                  <a:srgbClr val="FFFF00"/>
                </a:highlight>
                <a:latin typeface="+mj-lt"/>
              </a:rPr>
              <a:t>versionFromJar</a:t>
            </a:r>
            <a:r>
              <a:rPr lang="en-US" altLang="ko-KR" sz="1400" b="1" dirty="0">
                <a:solidFill>
                  <a:srgbClr val="0451A5"/>
                </a:solidFill>
                <a:effectLst/>
                <a:highlight>
                  <a:srgbClr val="FFFF00"/>
                </a:highlight>
                <a:latin typeface="+mj-lt"/>
              </a:rPr>
              <a:t>"</a:t>
            </a:r>
            <a:r>
              <a:rPr lang="en-US" altLang="ko-KR" sz="1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j-lt"/>
              </a:rPr>
              <a:t>: </a:t>
            </a:r>
            <a:r>
              <a:rPr lang="en-US" altLang="ko-KR" sz="1400" b="1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+mj-lt"/>
              </a:rPr>
              <a:t>"10.1.26"</a:t>
            </a:r>
            <a:endParaRPr lang="en-US" altLang="ko-KR" sz="1400" b="1" dirty="0">
              <a:solidFill>
                <a:srgbClr val="000000"/>
              </a:solidFill>
              <a:effectLst/>
              <a:highlight>
                <a:srgbClr val="FFFF00"/>
              </a:highlight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US" altLang="ko-KR" sz="1600" b="0" dirty="0">
                <a:solidFill>
                  <a:srgbClr val="000000"/>
                </a:solidFill>
                <a:effectLst/>
                <a:latin typeface="+mj-lt"/>
              </a:rPr>
              <a:t>}</a:t>
            </a:r>
            <a:endParaRPr lang="en-US" altLang="ko-KR" sz="1400" b="0" dirty="0">
              <a:solidFill>
                <a:srgbClr val="000000"/>
              </a:solidFill>
              <a:effectLst/>
              <a:latin typeface="+mj-lt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7B16B34-F462-4232-6F90-AD8B1385130B}"/>
              </a:ext>
            </a:extLst>
          </p:cNvPr>
          <p:cNvCxnSpPr/>
          <p:nvPr/>
        </p:nvCxnSpPr>
        <p:spPr>
          <a:xfrm>
            <a:off x="6191250" y="2571750"/>
            <a:ext cx="0" cy="3800475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6F93A3-1026-7248-A74A-F3CDED15FDDE}"/>
              </a:ext>
            </a:extLst>
          </p:cNvPr>
          <p:cNvSpPr txBox="1"/>
          <p:nvPr/>
        </p:nvSpPr>
        <p:spPr>
          <a:xfrm>
            <a:off x="685229" y="3367913"/>
            <a:ext cx="497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/>
              <a:t>Jar</a:t>
            </a:r>
            <a:r>
              <a:rPr lang="ko-KR" altLang="en-US" sz="2000" dirty="0"/>
              <a:t> 파일명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3D545E-1364-AB8A-4320-906A7134C1F9}"/>
              </a:ext>
            </a:extLst>
          </p:cNvPr>
          <p:cNvSpPr txBox="1"/>
          <p:nvPr/>
        </p:nvSpPr>
        <p:spPr>
          <a:xfrm>
            <a:off x="6531919" y="3367913"/>
            <a:ext cx="497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/>
              <a:t>Jar</a:t>
            </a:r>
            <a:r>
              <a:rPr lang="ko-KR" altLang="en-US" sz="2000" dirty="0"/>
              <a:t> 파일명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2947A4-FFAC-41E0-B743-F7F7EF58BABE}"/>
              </a:ext>
            </a:extLst>
          </p:cNvPr>
          <p:cNvSpPr txBox="1"/>
          <p:nvPr/>
        </p:nvSpPr>
        <p:spPr>
          <a:xfrm>
            <a:off x="8184776" y="438382"/>
            <a:ext cx="4007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예시</a:t>
            </a:r>
            <a:r>
              <a:rPr lang="en-US" altLang="ko-KR" dirty="0"/>
              <a:t>:</a:t>
            </a:r>
            <a:r>
              <a:rPr lang="ko-KR" altLang="en-US" dirty="0"/>
              <a:t> tomcat-embed-core-10.1.26.jar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E1B20-0484-FF3A-8751-412CB8D063EC}"/>
              </a:ext>
            </a:extLst>
          </p:cNvPr>
          <p:cNvSpPr txBox="1"/>
          <p:nvPr/>
        </p:nvSpPr>
        <p:spPr>
          <a:xfrm>
            <a:off x="1526240" y="3949494"/>
            <a:ext cx="3789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u="sng" dirty="0"/>
              <a:t>tomcat-embed-core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-10.1.26.jar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BD546-1446-2DE5-174E-3BDDAFDCBC4A}"/>
              </a:ext>
            </a:extLst>
          </p:cNvPr>
          <p:cNvSpPr txBox="1"/>
          <p:nvPr/>
        </p:nvSpPr>
        <p:spPr>
          <a:xfrm>
            <a:off x="7407087" y="3949494"/>
            <a:ext cx="3789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tomcat-embed-core-</a:t>
            </a:r>
            <a:r>
              <a:rPr lang="ko-KR" altLang="en-US" b="1" u="sng" dirty="0"/>
              <a:t>10.1.26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.jar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448E4-D582-B952-3312-980D0F153429}"/>
              </a:ext>
            </a:extLst>
          </p:cNvPr>
          <p:cNvSpPr txBox="1"/>
          <p:nvPr/>
        </p:nvSpPr>
        <p:spPr>
          <a:xfrm>
            <a:off x="2102490" y="2340917"/>
            <a:ext cx="214033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버전정보 </a:t>
            </a:r>
            <a:r>
              <a:rPr lang="ko-KR" altLang="en-US" sz="2400" dirty="0"/>
              <a:t>추출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9C6166-90FA-D814-2DD8-6CC53FAD2469}"/>
              </a:ext>
            </a:extLst>
          </p:cNvPr>
          <p:cNvSpPr txBox="1"/>
          <p:nvPr/>
        </p:nvSpPr>
        <p:spPr>
          <a:xfrm>
            <a:off x="7629034" y="2340917"/>
            <a:ext cx="2755883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라이브러리명</a:t>
            </a:r>
            <a:r>
              <a:rPr lang="ko-KR" altLang="en-US" sz="2400" dirty="0"/>
              <a:t> 추출</a:t>
            </a:r>
          </a:p>
        </p:txBody>
      </p:sp>
    </p:spTree>
    <p:extLst>
      <p:ext uri="{BB962C8B-B14F-4D97-AF65-F5344CB8AC3E}">
        <p14:creationId xmlns:p14="http://schemas.microsoft.com/office/powerpoint/2010/main" val="1434679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</Words>
  <Application>Microsoft Office PowerPoint</Application>
  <PresentationFormat>와이드스크린</PresentationFormat>
  <Paragraphs>29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상욱 최</dc:creator>
  <cp:lastModifiedBy>상욱 최</cp:lastModifiedBy>
  <cp:revision>2</cp:revision>
  <dcterms:created xsi:type="dcterms:W3CDTF">2025-03-03T01:48:34Z</dcterms:created>
  <dcterms:modified xsi:type="dcterms:W3CDTF">2025-03-03T01:50:42Z</dcterms:modified>
</cp:coreProperties>
</file>